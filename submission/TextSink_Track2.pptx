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TextSink: a containerized Track 2 agent. One clip in, four styled captions out. Built on Gemma via Fireworks on AMD. Theme: accurate where it counts, funny where it's allowed.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judge scores accuracy and tone. The two common failure modes are opposite: flat-but-correct, or funny-but-hallucinated. We target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clip, four distinct voices. The four required styles: formal, sarcastic, humorous-tech, humorous-non-tech.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pipeline: clip to frames+audio, Gemma extracts factual scene JSON, then four tone-contract prompts produce four captions locked to those facts. Gemma highlighted because it powers both grounding and captions.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Accuracy is won in the grounding step. The caption model only ever sees these facts plus the transcript, so it can't hallucinate.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differentiator. Each style has an explicit tone contract plus few-shot exemplars, so the four voices are distinct — not four reworded sentences. All four reference the same grounded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Keeping the caption model on Gemma is what qualifies for the $3k Gemma-in-captioning bonus, on top of the Track 2 prize. Same project, two pools.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proof: it runs today, verified in a clean environment. Replace the repo URL with your public GitHub before submitting. End on the tagline.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lever-serene-cray/mnt/outputs/amd-track2-captioner/submission/cov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jobs. Most entries do one.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scores every caption on accuracy AND tone — across four different styles.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257800" cy="2468880"/>
          </a:xfrm>
          <a:prstGeom prst="roundRect">
            <a:avLst>
              <a:gd name="adj" fmla="val 3333"/>
            </a:avLst>
          </a:prstGeom>
          <a:solidFill>
            <a:srgbClr val="141E42"/>
          </a:solidFill>
          <a:ln w="12700">
            <a:solidFill>
              <a:srgbClr val="2A3A6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377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AA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Accurate but flat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Frame-only bots describe the scene correctly, then miss the joke — and miss everything that was spoken.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63640" y="2148840"/>
            <a:ext cx="5257800" cy="2468880"/>
          </a:xfrm>
          <a:prstGeom prst="roundRect">
            <a:avLst>
              <a:gd name="adj" fmla="val 3333"/>
            </a:avLst>
          </a:prstGeom>
          <a:solidFill>
            <a:srgbClr val="141E42"/>
          </a:solidFill>
          <a:ln w="12700">
            <a:solidFill>
              <a:srgbClr val="2A3A6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2377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7A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Funny but wrong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537960" y="288036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Prompt-only bots write a punchy line — that invents objects, people, or events never shown on screen.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TextSink is built to win both axes at once.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TextSink · AMD ACT II · Track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clip in. Four voices out.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30s–2min clip becomes four captions — each faithful to the same facts.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141E42"/>
          </a:solidFill>
          <a:ln w="12700">
            <a:solidFill>
              <a:srgbClr val="2A3A6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41448"/>
            <a:ext cx="237744" cy="237744"/>
          </a:xfrm>
          <a:prstGeom prst="ellipse">
            <a:avLst/>
          </a:prstGeom>
          <a:solidFill>
            <a:srgbClr val="6AA0FF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3317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AA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28803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Neutral, precise, broadcast register.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205740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141E42"/>
          </a:solidFill>
          <a:ln w="12700">
            <a:solidFill>
              <a:srgbClr val="2A3A6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0" y="2441448"/>
            <a:ext cx="237744" cy="23774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6995160" y="23317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SARCASTIC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995160" y="28803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and deadpan — never mean.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141E42"/>
          </a:solidFill>
          <a:ln w="12700">
            <a:solidFill>
              <a:srgbClr val="2A3A6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60120" y="4453128"/>
            <a:ext cx="237744" cy="237744"/>
          </a:xfrm>
          <a:prstGeom prst="ellipse">
            <a:avLst/>
          </a:prstGeom>
          <a:solidFill>
            <a:srgbClr val="33C3A6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4343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C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TECH-HUMOR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48920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joke a developer actually gets.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63640" y="406908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141E42"/>
          </a:solidFill>
          <a:ln w="12700">
            <a:solidFill>
              <a:srgbClr val="2A3A6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0" y="4453128"/>
            <a:ext cx="237744" cy="237744"/>
          </a:xfrm>
          <a:prstGeom prst="ellipse">
            <a:avLst/>
          </a:prstGeom>
          <a:solidFill>
            <a:srgbClr val="FF7AB6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4343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7A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EVERYDAY-HUMOR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995160" y="48920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Relatable, warm, zero jargon.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TextSink · AMD ACT II · Track 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the two things the judge scores — then optimize each.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938528" cy="1234440"/>
          </a:xfrm>
          <a:prstGeom prst="roundRect">
            <a:avLst>
              <a:gd name="adj" fmla="val 5926"/>
            </a:avLst>
          </a:prstGeom>
          <a:solidFill>
            <a:srgbClr val="141E42"/>
          </a:solidFill>
          <a:ln w="12700">
            <a:solidFill>
              <a:srgbClr val="2A3A6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286000"/>
            <a:ext cx="19385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60320" y="2286000"/>
            <a:ext cx="3383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889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880360" y="2286000"/>
            <a:ext cx="1938528" cy="1234440"/>
          </a:xfrm>
          <a:prstGeom prst="roundRect">
            <a:avLst>
              <a:gd name="adj" fmla="val 5926"/>
            </a:avLst>
          </a:prstGeom>
          <a:solidFill>
            <a:srgbClr val="141E42"/>
          </a:solidFill>
          <a:ln w="12700">
            <a:solidFill>
              <a:srgbClr val="2A3A6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80360" y="2286000"/>
            <a:ext cx="19385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2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Audio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00600" y="2286000"/>
            <a:ext cx="3383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889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120640" y="2286000"/>
            <a:ext cx="1938528" cy="1234440"/>
          </a:xfrm>
          <a:prstGeom prst="roundRect">
            <a:avLst>
              <a:gd name="adj" fmla="val 5926"/>
            </a:avLst>
          </a:prstGeom>
          <a:solidFill>
            <a:srgbClr val="141E42"/>
          </a:solidFill>
          <a:ln w="31750">
            <a:solidFill>
              <a:srgbClr val="F5A62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20640" y="2286000"/>
            <a:ext cx="19385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4: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2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 facts (JSON)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2286000"/>
            <a:ext cx="3383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889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7360920" y="2286000"/>
            <a:ext cx="1938528" cy="1234440"/>
          </a:xfrm>
          <a:prstGeom prst="roundRect">
            <a:avLst>
              <a:gd name="adj" fmla="val 5926"/>
            </a:avLst>
          </a:prstGeom>
          <a:solidFill>
            <a:srgbClr val="141E42"/>
          </a:solidFill>
          <a:ln w="12700">
            <a:solidFill>
              <a:srgbClr val="2A3A6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60920" y="2286000"/>
            <a:ext cx="19385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tone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2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281160" y="2286000"/>
            <a:ext cx="3383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889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601200" y="2286000"/>
            <a:ext cx="1938528" cy="1234440"/>
          </a:xfrm>
          <a:prstGeom prst="roundRect">
            <a:avLst>
              <a:gd name="adj" fmla="val 5926"/>
            </a:avLst>
          </a:prstGeom>
          <a:solidFill>
            <a:srgbClr val="141E42"/>
          </a:solidFill>
          <a:ln w="12700">
            <a:solidFill>
              <a:srgbClr val="2A3A6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0" y="2286000"/>
            <a:ext cx="19385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styled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2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880360" y="3794760"/>
            <a:ext cx="4178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A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 →  accuracy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60920" y="3794760"/>
            <a:ext cx="4178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 contracts  →  tone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5029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— Gemma 4 — does the grounding AND the four captions. ffmpeg + Whisper feed it; per-style contracts shape the voice.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TextSink · AMD ACT II · Track 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Accuracy: ground before you write.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61264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frames every ~5s with ffmpeg (8–16 per clip).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audio into a transcript with Whisper — catches spoken content frame-only bots miss.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extracts only what is visible or audible, as structured facts.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caption is locked to those facts. No invented objects, people, or brands.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040880" y="1554480"/>
            <a:ext cx="4480560" cy="3840480"/>
          </a:xfrm>
          <a:prstGeom prst="roundRect">
            <a:avLst>
              <a:gd name="adj" fmla="val 2143"/>
            </a:avLst>
          </a:prstGeom>
          <a:solidFill>
            <a:srgbClr val="0A1128"/>
          </a:solidFill>
          <a:ln w="12700">
            <a:solidFill>
              <a:srgbClr val="2A3A6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269480" y="1737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facts (grounded)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269480" y="2194560"/>
            <a:ext cx="4069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C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C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"setting": "indoor room, daytime",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C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"subjects": ["a person","a laptop"],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C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"actions": ["types","smiles at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C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screen"],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C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"notable_audio": ["upbeat music"],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C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"mood": "focused"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C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TextSink · AMD ACT II · Track 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Tone: four contracts, four voices.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grounded scene. Four Gemma 4 captions — real, verified output.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889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 </a:t>
            </a:r>
            <a:pPr algn="ctr" indent="0" marL="0">
              <a:buNone/>
            </a:pPr>
            <a:r>
              <a:rPr lang="en-US" sz="1400" i="1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judge clip: an orange tabby kitten walks toward the camera through sunlit foliage 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257800" cy="1737360"/>
          </a:xfrm>
          <a:prstGeom prst="roundRect">
            <a:avLst>
              <a:gd name="adj" fmla="val 4737"/>
            </a:avLst>
          </a:prstGeom>
          <a:solidFill>
            <a:srgbClr val="141E42"/>
          </a:solidFill>
          <a:ln w="25400">
            <a:solidFill>
              <a:srgbClr val="6AA0F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24871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A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 orange tabby kitten walks forward through the foliage toward the camera in a wooded area."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263640" y="2286000"/>
            <a:ext cx="5257800" cy="1737360"/>
          </a:xfrm>
          <a:prstGeom prst="roundRect">
            <a:avLst>
              <a:gd name="adj" fmla="val 4737"/>
            </a:avLst>
          </a:prstGeom>
          <a:solidFill>
            <a:srgbClr val="141E42"/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537960" y="24871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SARCASTIC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7960" y="292608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fierce predator emerges from the brush, clearly ready to conquer the entire forest one tiny, uncoordinated step at a time."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4160520"/>
            <a:ext cx="5257800" cy="1737360"/>
          </a:xfrm>
          <a:prstGeom prst="roundRect">
            <a:avLst>
              <a:gd name="adj" fmla="val 4737"/>
            </a:avLst>
          </a:prstGeom>
          <a:solidFill>
            <a:srgbClr val="141E42"/>
          </a:solidFill>
          <a:ln w="25400">
            <a:solidFill>
              <a:srgbClr val="33C3A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43616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C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TECH-HUMOR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480060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latest AI agent successfully navigating its first training environment. It’s small, but the feature set is looking promising."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263640" y="4160520"/>
            <a:ext cx="5257800" cy="1737360"/>
          </a:xfrm>
          <a:prstGeom prst="roundRect">
            <a:avLst>
              <a:gd name="adj" fmla="val 4737"/>
            </a:avLst>
          </a:prstGeom>
          <a:solidFill>
            <a:srgbClr val="141E42"/>
          </a:solidFill>
          <a:ln w="25400">
            <a:solidFill>
              <a:srgbClr val="FF7A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37960" y="43616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A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EVERYDAY-HUMOR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37960" y="480060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tiny orange explorer makes a grand entrance, bravely navigating the treacherous jungle of backyard leaves."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TextSink · AMD ACT II · Track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4 — end to end.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931920" cy="3840480"/>
          </a:xfrm>
          <a:prstGeom prst="roundRect">
            <a:avLst>
              <a:gd name="adj" fmla="val 2143"/>
            </a:avLst>
          </a:prstGeom>
          <a:solidFill>
            <a:srgbClr val="141E42"/>
          </a:solidFill>
          <a:ln w="12700">
            <a:solidFill>
              <a:srgbClr val="2A3A6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22860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$5,500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 with one project: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$2,500 Track 2  +  $3,000 Best Use of Gemma 4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892040" y="1783080"/>
            <a:ext cx="6629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model, Gemma 4 (26B MoE), does BOTH the visual grounding and the four styled captions.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on-demand via Fireworks (H200), scale-to-zero — only bills while captioning.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MIT-licensed, single Docker container — clone, build, run.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3.7 Plus + gpt-oss serverless fallback for zero-setup dev.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TextSink · AMD ACT II · Track 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today — not a mockup.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6492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deployment verified: accurate grounding + 4 clean, on-tone captions.</a:t>
            </a:r>
            <a:endParaRPr lang="en-US" sz="16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ffmpeg frame sampling and audio extraction verified.</a:t>
            </a:r>
            <a:endParaRPr lang="en-US" sz="16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runs end-to-end and emits valid 4-style JSON; schema checks pass.</a:t>
            </a:r>
            <a:endParaRPr lang="en-US" sz="16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a self-judge that scores accuracy + tone to tune prompts with data.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315200" y="1554480"/>
            <a:ext cx="4206240" cy="2148840"/>
          </a:xfrm>
          <a:prstGeom prst="roundRect">
            <a:avLst>
              <a:gd name="adj" fmla="val 3830"/>
            </a:avLst>
          </a:prstGeom>
          <a:solidFill>
            <a:srgbClr val="0A1128"/>
          </a:solidFill>
          <a:ln w="12700">
            <a:solidFill>
              <a:srgbClr val="2A3A6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543800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543800" y="2148840"/>
            <a:ext cx="3794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C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\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C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-e FIREWORKS_API_KEY=$KEY \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C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-v $PWD/input:/input:ro \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C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-v $PWD/out:/output \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C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textsink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5074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voices. One truth.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89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github.com/banksythequantLab/textsink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TextSink · AMD ACT II · Track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TextSink — Track 2</dc:title>
  <dc:subject>PptxGenJS Presentation</dc:subject>
  <dc:creator>Derek Soltis</dc:creator>
  <cp:lastModifiedBy>Derek Soltis</cp:lastModifiedBy>
  <cp:revision>1</cp:revision>
  <dcterms:created xsi:type="dcterms:W3CDTF">2026-07-08T18:17:19Z</dcterms:created>
  <dcterms:modified xsi:type="dcterms:W3CDTF">2026-07-08T18:17:19Z</dcterms:modified>
</cp:coreProperties>
</file>